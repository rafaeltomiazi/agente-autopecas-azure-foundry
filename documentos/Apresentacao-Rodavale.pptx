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Este e um exercicio de pre-vendas: criei um cliente ficticio, diagnostiquei um problema real do setor, e construi a solucao. Vou apresentar como se fosse uma reuniao com 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enunciado pedia realismo. Por isso tratei cada etapa como se fosse um projeto real: o cliente tem numeros, o problema tem causa, e a proposta tem preco.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detalhe mais importante e a TI com 2 pessoas. E isso que justifica propor componentes gerenciados em vez de codigo proprio - e virou argumento comercial na proposta.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Nao inventei um problema generico de IA. Parti de uma dor concreta do setor: o catalogo e organizado por codigo, mas o cliente pensa por veiculo. Essa lacuna e preenchida por memoria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tres principios sao decisoes de projeto, nao features. O 'somente leitura' e o que permite propor isso a um cliente sem assustar a TI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camada e um servico gerenciado. Nao escrevi codigo de aplicacao - o Data API Builder gera as ferramentas a partir de configuracao declarativa. Isso e o que torna sustentavel para um cliente com 2 pessoas de 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vale a pena trocar para a demo ao vivo. Mostrar a pergunta sendo feita e a resposta chegando.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Deixei a recuperacao de vendas perdidas como ganho nao quantificado. Inflar o ROI com estimativa otimista enfraquece a proposta - e melhor mostrar payback conservador.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para demonstrar criterio. Se houver tempo para so uma, escolher 'views no banco' - foi uma decisao tomada durante o desenvolvimento, depois que o agente errou a sintaxe de filtro. Mostra diagnostico e correcao.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Assumir limitacao espontaneamente e sinal de maturidade. Cada uma tem encaminhamento definido - nao e lista de defeitos, 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 o Playground ja aberto em outra aba. Testar antes da call. O caso 3 e 4 sao os que mais impressionam: mostram que o agente nao alucina.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FC4D8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KUMULUS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22860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Assistente Inteligente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Consulta ao Catálogo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0584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de solução em IA para a Rodavale Distribuidora de Autopeças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4663440"/>
            <a:ext cx="2926080" cy="0"/>
          </a:xfrm>
          <a:prstGeom prst="line">
            <a:avLst/>
          </a:prstGeom>
          <a:noFill/>
          <a:ln w="12700">
            <a:solidFill>
              <a:srgbClr val="2D5A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846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9A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Tomiazi  ·  Desafio Microsoft Foundry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Simular um ciclo completo de pré-vendas e entrega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1945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o cliente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 fictícia com setores, operação e porte definidos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0" y="192024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21945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74904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Diagnosticar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49040" y="3246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problema real, com sintomas e impacto mensuráveis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192024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21945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3796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3246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Arquitetura, escopo, cronograma e investimento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052560" y="192024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0" y="21945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2688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326880" y="3246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 funcional sobre o Microsoft Foundry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85800" y="5029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"Pense que esse cliente existe de fato. Encare como o mais realista possível."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Rodavale Distribuidora de Autopeças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12080" cy="3566160"/>
          </a:xfrm>
          <a:prstGeom prst="roundRect">
            <a:avLst>
              <a:gd name="adj" fmla="val 1538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PERFIL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514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9A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0" y="2514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2004 — empresa familiar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29718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9A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Duque de Caxias (RJ) + 1 filial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34290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9A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3429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R$ 74 milhões/ano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3886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9A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Colaboradores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3886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4343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9A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Catálogo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4343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18.000 SKUs · 35 fornecedores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4800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9A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48006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 oficinas e autocenters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1828800"/>
            <a:ext cx="5257800" cy="3566160"/>
          </a:xfrm>
          <a:prstGeom prst="roundRect">
            <a:avLst>
              <a:gd name="adj" fmla="val 1538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29400" y="2514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Televendas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058400" y="2514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Logística / CD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058400" y="2971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2940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Comercial externo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058400" y="34290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29400" y="3886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05840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29400" y="4343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Pós-venda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058400" y="4343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29400" y="4800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0058400" y="4800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8580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 com 2 pessoas — não há capacidade para manter código proprietário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conhecimento não está no sistema — está nas pessoas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6354F"/>
          </a:solidFill>
          <a:ln w="12700">
            <a:solidFill>
              <a:srgbClr val="7FC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7830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pergunta "o que serve no meu Onix 2018?" — o ERP só responde por código e descrição.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97180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2004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min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3840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médio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atendimento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97180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32004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74720" y="3840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chamadas exigem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 posterior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297180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32004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63640" y="3840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 perdidos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demora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052560" y="2971800"/>
            <a:ext cx="2606040" cy="1691640"/>
          </a:xfrm>
          <a:prstGeom prst="roundRect">
            <a:avLst>
              <a:gd name="adj" fmla="val 3243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32004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4-6 meses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9052560" y="38404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formar um</a:t>
            </a:r>
            <a:endParaRPr lang="en-US" sz="11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 vendedor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5120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 raiz:  a tradução entre "meu carro" e "este SKU" acontece na memória de dois vendedores experientes.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solução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assistente que consulta o catálogo em linguagem natural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120640" cy="1051560"/>
          </a:xfrm>
          <a:prstGeom prst="roundRect">
            <a:avLst>
              <a:gd name="adj" fmla="val 5217"/>
            </a:avLst>
          </a:prstGeom>
          <a:solidFill>
            <a:srgbClr val="16354F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11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F9A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VENDEDOR PERGUNTA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"Que pastilha serve num Onix 2018 1.4?"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97880" y="21488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46520" y="1874520"/>
            <a:ext cx="5120640" cy="1051560"/>
          </a:xfrm>
          <a:prstGeom prst="roundRect">
            <a:avLst>
              <a:gd name="adj" fmla="val 5217"/>
            </a:avLst>
          </a:prstGeom>
          <a:solidFill>
            <a:srgbClr val="1C4260"/>
          </a:solidFill>
          <a:ln w="12700">
            <a:solidFill>
              <a:srgbClr val="7FC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20116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ASSISTENTE RESPONDE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720840" y="2331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opções · marca · preço · estoque · observações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291840"/>
            <a:ext cx="10881360" cy="731520"/>
          </a:xfrm>
          <a:prstGeom prst="roundRect">
            <a:avLst>
              <a:gd name="adj" fmla="val 6250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291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Ancorado em dado real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206240" y="329184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resposta vem de consulta ao banco. Não inventa SKU, preço nem saldo.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4160520"/>
            <a:ext cx="10881360" cy="731520"/>
          </a:xfrm>
          <a:prstGeom prst="roundRect">
            <a:avLst>
              <a:gd name="adj" fmla="val 6250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160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Somente leitura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206240" y="416052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Consulta, mas não altera. A operação transacional segue no ERP.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5029200"/>
            <a:ext cx="10881360" cy="731520"/>
          </a:xfrm>
          <a:prstGeom prst="roundRect">
            <a:avLst>
              <a:gd name="adj" fmla="val 6250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5029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vendedor decide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206240" y="502920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ferramenta apresenta opções; a recomendação continua sendo do profissional.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Arquitetura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gerenciados, sem código proprietário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82880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Foundry — Playground / Teams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245059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9A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615184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61518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2615184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Agent Service  ·  GPT-5.4-mini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3236976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9A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401568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40156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9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Integração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3401568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MCP Server (Data API Builder)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402336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9A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187952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18795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9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Hospedagem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418795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Container Apps  ·  Brazil South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0" y="4809744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9A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974336"/>
            <a:ext cx="10881360" cy="658368"/>
          </a:xfrm>
          <a:prstGeom prst="roundRect">
            <a:avLst>
              <a:gd name="adj" fmla="val 6944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97433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0400" y="4974336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 Database  ·  Brazil South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F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Residência de dados no Brasil  ·  Acesso restrito a leitura  ·  Consultas tipadas e auditáveis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foi construído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Solução funcional, não maquete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520440" cy="2103120"/>
          </a:xfrm>
          <a:prstGeom prst="roundRect">
            <a:avLst>
              <a:gd name="adj" fmla="val 2609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212848"/>
            <a:ext cx="365760" cy="365760"/>
          </a:xfrm>
          <a:prstGeom prst="ellipse">
            <a:avLst/>
          </a:prstGeom>
          <a:solidFill>
            <a:srgbClr val="16354F"/>
          </a:solidFill>
          <a:ln w="12700">
            <a:solidFill>
              <a:srgbClr val="7FC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22128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de dados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 produtos · 3.367 aplicações veiculares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388 registros de estoque · 90 clientes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07408" y="1920240"/>
            <a:ext cx="3520440" cy="2103120"/>
          </a:xfrm>
          <a:prstGeom prst="roundRect">
            <a:avLst>
              <a:gd name="adj" fmla="val 2609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27448" y="2212848"/>
            <a:ext cx="365760" cy="365760"/>
          </a:xfrm>
          <a:prstGeom prst="ellipse">
            <a:avLst/>
          </a:prstGeom>
          <a:solidFill>
            <a:srgbClr val="16354F"/>
          </a:solidFill>
          <a:ln w="12700">
            <a:solidFill>
              <a:srgbClr val="A99B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27448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9B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30368" y="22128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Camada de integração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727448" y="2788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entidades publicadas via MCP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Hospedada em Container Apps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9016" y="1920240"/>
            <a:ext cx="3520440" cy="2103120"/>
          </a:xfrm>
          <a:prstGeom prst="roundRect">
            <a:avLst>
              <a:gd name="adj" fmla="val 2609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49056" y="2212848"/>
            <a:ext cx="365760" cy="365760"/>
          </a:xfrm>
          <a:prstGeom prst="ellipse">
            <a:avLst/>
          </a:prstGeom>
          <a:solidFill>
            <a:srgbClr val="16354F"/>
          </a:solidFill>
          <a:ln w="12700">
            <a:solidFill>
              <a:srgbClr val="6FCF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49056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F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51976" y="22128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449056" y="2788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Configurado, testado e respondendo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dados reais do catálogo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5800" y="434340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16354F"/>
          </a:solidFill>
          <a:ln w="12700">
            <a:solidFill>
              <a:srgbClr val="7FC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Validação real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846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assistente responde "que pastilha serve num Onix 2018 1.4?" com 8 opções ordenadas por preço,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saldo por filial e a observação técnica de aplicação — em cerca de 14 segundos.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e retorno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uma consultoria apresentaria ao cliente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212080" cy="2286000"/>
          </a:xfrm>
          <a:prstGeom prst="roundRect">
            <a:avLst>
              <a:gd name="adj" fmla="val 2400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IMPLANTAÇÃO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R$ 56.160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0584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216 horas · 6 semanas · valor fixo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9A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assinatura · 40% homologação · 30% produção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874520"/>
            <a:ext cx="5257800" cy="2286000"/>
          </a:xfrm>
          <a:prstGeom prst="roundRect">
            <a:avLst>
              <a:gd name="adj" fmla="val 2400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MENSAL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29400" y="24688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R$ 620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629400" y="31546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SQL · Container Apps · consumo do modelo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3520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9A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estimado para ~6.000 consultas/mês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438912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16354F"/>
          </a:solidFill>
          <a:ln w="12700">
            <a:solidFill>
              <a:srgbClr val="6FCF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CF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Retorno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minutos economizados × 270 atendimentos/dia × 22 dias  =  396 horas/mês  ≈  R$ 9.900/mês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em aproximadamente 6 meses, considerando apenas ganho de produtividade.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técnicas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foi escolhido — e por quê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81360" cy="713232"/>
          </a:xfrm>
          <a:prstGeom prst="roundRect">
            <a:avLst>
              <a:gd name="adj" fmla="val 6410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gerenciados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82880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com 2 pessoas de TI não deve manter código proprietário.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670048"/>
            <a:ext cx="10881360" cy="713232"/>
          </a:xfrm>
          <a:prstGeom prst="roundRect">
            <a:avLst>
              <a:gd name="adj" fmla="val 6410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7004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 no banco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06240" y="2670048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de negócio resolvidas em SQL; o agente faz consultas simples e erra menos.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511296"/>
            <a:ext cx="10881360" cy="713232"/>
          </a:xfrm>
          <a:prstGeom prst="roundRect">
            <a:avLst>
              <a:gd name="adj" fmla="val 6410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1129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mini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06240" y="3511296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tarefa é orquestração, não raciocínio complexo. Modelo maior custaria mais sem ganho.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352544"/>
            <a:ext cx="10881360" cy="713232"/>
          </a:xfrm>
          <a:prstGeom prst="roundRect">
            <a:avLst>
              <a:gd name="adj" fmla="val 6410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35254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Somente leitura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4352544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há caminho técnico para o agente alterar dados. Reduz risco e facilita aprovação.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5193792"/>
            <a:ext cx="10881360" cy="713232"/>
          </a:xfrm>
          <a:prstGeom prst="roundRect">
            <a:avLst>
              <a:gd name="adj" fmla="val 6410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19379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Brazil South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5193792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Residência de dados no país — relevante para conformidade.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Limitações e evolução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 solução ainda não cobre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81360" cy="777240"/>
          </a:xfrm>
          <a:prstGeom prst="roundRect">
            <a:avLst>
              <a:gd name="adj" fmla="val 5882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 sem autenticação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37760" y="182880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Adequado à validação; produção exige identidade gerenciada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2743200"/>
            <a:ext cx="10881360" cy="777240"/>
          </a:xfrm>
          <a:prstGeom prst="roundRect">
            <a:avLst>
              <a:gd name="adj" fmla="val 5882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432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Carga de dados manual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274320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Sincronização automática com o ERP prevista para a fase 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3657600"/>
            <a:ext cx="10881360" cy="777240"/>
          </a:xfrm>
          <a:prstGeom prst="roundRect">
            <a:avLst>
              <a:gd name="adj" fmla="val 5882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6576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Consumo de ~17k tokens/consulta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365760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Otimização de contexto após observar o padrão de uso real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572000"/>
            <a:ext cx="10881360" cy="777240"/>
          </a:xfrm>
          <a:prstGeom prst="roundRect">
            <a:avLst>
              <a:gd name="adj" fmla="val 5882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57200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é amostra do catálogo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457200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 SKUs representativos; carga completa na implantação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F9A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Reconhecer o limite antes de ser perguntado demonstra domínio sobre o próprio trabalho.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FC4D8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103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005840" y="30175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assistente respondendo com dados reais do catálogo da Rodavale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5840" y="3840480"/>
            <a:ext cx="10241280" cy="1737360"/>
          </a:xfrm>
          <a:prstGeom prst="roundRect">
            <a:avLst>
              <a:gd name="adj" fmla="val 3158"/>
            </a:avLst>
          </a:prstGeom>
          <a:solidFill>
            <a:srgbClr val="1C4260"/>
          </a:solidFill>
          <a:ln w="12700">
            <a:solidFill>
              <a:srgbClr val="2D5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4069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43891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Consulta por veículo — pastilha para Onix 2018 1.4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Preço para um cliente específico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Pergunta sem contexto — o agente solicita o veículo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Veículo fora do catálogo — o agente informa que não atende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FC4D8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377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AF2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00584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Rafael Tomiazi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05840" y="3931920"/>
            <a:ext cx="2926080" cy="0"/>
          </a:xfrm>
          <a:prstGeom prst="line">
            <a:avLst/>
          </a:prstGeom>
          <a:noFill/>
          <a:ln w="12700">
            <a:solidFill>
              <a:srgbClr val="2D5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206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Entregáveis deste projeto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C6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comercial (PDF)  ·  Documentação técnica (PDF)  ·  Solução funcional no Microsoft Foundry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Assistente Inteligente de Consulta ao Catálogo — Rodavale</dc:title>
  <dc:subject>PptxGenJS Presentation</dc:subject>
  <dc:creator>Rafael Tomiazi</dc:creator>
  <cp:lastModifiedBy>Rafael Tomiazi</cp:lastModifiedBy>
  <cp:revision>1</cp:revision>
  <dcterms:created xsi:type="dcterms:W3CDTF">2026-08-21T03:09:16Z</dcterms:created>
  <dcterms:modified xsi:type="dcterms:W3CDTF">2026-08-21T03:09:16Z</dcterms:modified>
</cp:coreProperties>
</file>